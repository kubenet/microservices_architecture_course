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088" y="-88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E325A-A8B9-4665-96AC-7561410DD84C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6CD4C-939D-4C41-B850-59CBF2E8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692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6046440" cy="1102519"/>
          </a:xfrm>
        </p:spPr>
        <p:txBody>
          <a:bodyPr>
            <a:noAutofit/>
          </a:bodyPr>
          <a:lstStyle/>
          <a:p>
            <a:pPr algn="l"/>
            <a:r>
              <a:rPr lang="ru-RU" sz="4000" dirty="0" err="1" smtClean="0">
                <a:latin typeface="Verdana" pitchFamily="34" charset="0"/>
                <a:ea typeface="Verdana" pitchFamily="34" charset="0"/>
              </a:rPr>
              <a:t>Микросервисная</a:t>
            </a:r>
            <a:r>
              <a:rPr lang="ru-RU" sz="4000" dirty="0" smtClean="0">
                <a:latin typeface="Verdana" pitchFamily="34" charset="0"/>
                <a:ea typeface="Verdana" pitchFamily="34" charset="0"/>
              </a:rPr>
              <a:t> архитектура</a:t>
            </a:r>
            <a:endParaRPr lang="ru-RU" sz="4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4587974"/>
            <a:ext cx="6149280" cy="555526"/>
          </a:xfrm>
        </p:spPr>
        <p:txBody>
          <a:bodyPr>
            <a:normAutofit/>
          </a:bodyPr>
          <a:lstStyle/>
          <a:p>
            <a:pPr algn="r"/>
            <a:r>
              <a:rPr lang="ru-RU" sz="1600" dirty="0" smtClean="0">
                <a:latin typeface="Verdana" pitchFamily="34" charset="0"/>
                <a:ea typeface="Verdana" pitchFamily="34" charset="0"/>
              </a:rPr>
              <a:t>к.т.н. Осинцев А.В.</a:t>
            </a:r>
            <a:endParaRPr lang="ru-RU" sz="16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627784" y="3542160"/>
            <a:ext cx="3196952" cy="555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800" dirty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Практика №1</a:t>
            </a:r>
            <a:endParaRPr lang="ru-RU" sz="28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4" name="Picture 2" descr="C:\Users\1\Downloads\qr-code (3)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736" y="1203598"/>
            <a:ext cx="2995736" cy="2995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9976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10</Words>
  <Application>Microsoft Office PowerPoint</Application>
  <PresentationFormat>Экран (16:9)</PresentationFormat>
  <Paragraphs>3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Микросервисная архитектура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Микросервисная архитектура</dc:title>
  <dc:creator>1</dc:creator>
  <cp:lastModifiedBy>1</cp:lastModifiedBy>
  <cp:revision>7</cp:revision>
  <dcterms:created xsi:type="dcterms:W3CDTF">2026-09-03T08:44:06Z</dcterms:created>
  <dcterms:modified xsi:type="dcterms:W3CDTF">2026-09-11T03:43:50Z</dcterms:modified>
</cp:coreProperties>
</file>