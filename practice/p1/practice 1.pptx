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9144000" cy="5143500" type="screen16x9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-2088" y="-882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AE325A-A8B9-4665-96AC-7561410DD84C}" type="datetimeFigureOut">
              <a:rPr lang="ru-RU" smtClean="0"/>
              <a:t>11.09.2026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56CD4C-939D-4C41-B850-59CBF2E8A7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36924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11.09.2026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11.09.2026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11.09.2026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C71EC6-210F-42DE-9C53-41977AD35B3D}" type="datetimeFigureOut">
              <a:rPr lang="ru-RU" smtClean="0"/>
              <a:t>11.09.2026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6046440" cy="1102519"/>
          </a:xfrm>
        </p:spPr>
        <p:txBody>
          <a:bodyPr>
            <a:noAutofit/>
          </a:bodyPr>
          <a:lstStyle/>
          <a:p>
            <a:pPr algn="l"/>
            <a:r>
              <a:rPr lang="ru-RU" sz="4000" dirty="0" err="1" smtClean="0">
                <a:latin typeface="Verdana" pitchFamily="34" charset="0"/>
                <a:ea typeface="Verdana" pitchFamily="34" charset="0"/>
              </a:rPr>
              <a:t>Микросервисная</a:t>
            </a:r>
            <a:r>
              <a:rPr lang="ru-RU" sz="4000" dirty="0" smtClean="0">
                <a:latin typeface="Verdana" pitchFamily="34" charset="0"/>
                <a:ea typeface="Verdana" pitchFamily="34" charset="0"/>
              </a:rPr>
              <a:t> архитектура</a:t>
            </a:r>
            <a:endParaRPr lang="ru-RU" sz="4000" dirty="0">
              <a:latin typeface="Verdana" pitchFamily="34" charset="0"/>
              <a:ea typeface="Verdana" pitchFamily="34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743200" y="4587974"/>
            <a:ext cx="6149280" cy="555526"/>
          </a:xfrm>
        </p:spPr>
        <p:txBody>
          <a:bodyPr>
            <a:normAutofit/>
          </a:bodyPr>
          <a:lstStyle/>
          <a:p>
            <a:pPr algn="r"/>
            <a:r>
              <a:rPr lang="ru-RU" sz="1600" dirty="0" smtClean="0">
                <a:latin typeface="Verdana" pitchFamily="34" charset="0"/>
                <a:ea typeface="Verdana" pitchFamily="34" charset="0"/>
              </a:rPr>
              <a:t>к.т.н. Осинцев А.В.</a:t>
            </a:r>
            <a:endParaRPr lang="ru-RU" sz="1600" dirty="0">
              <a:latin typeface="Verdana" pitchFamily="34" charset="0"/>
              <a:ea typeface="Verdana" pitchFamily="34" charset="0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>
          <a:xfrm>
            <a:off x="2627784" y="3542160"/>
            <a:ext cx="3196952" cy="5555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ru-RU" sz="2800" dirty="0" smtClean="0">
                <a:solidFill>
                  <a:schemeClr val="tx1"/>
                </a:solidFill>
                <a:latin typeface="Verdana" pitchFamily="34" charset="0"/>
                <a:ea typeface="Verdana" pitchFamily="34" charset="0"/>
              </a:rPr>
              <a:t>Практика №1</a:t>
            </a:r>
            <a:endParaRPr lang="ru-RU" sz="2800" dirty="0">
              <a:solidFill>
                <a:schemeClr val="tx1"/>
              </a:solidFill>
              <a:latin typeface="Verdana" pitchFamily="34" charset="0"/>
              <a:ea typeface="Verdana" pitchFamily="34" charset="0"/>
            </a:endParaRPr>
          </a:p>
        </p:txBody>
      </p:sp>
      <p:pic>
        <p:nvPicPr>
          <p:cNvPr id="1026" name="Picture 2" descr="C:\Users\1\Downloads\qr-code (4)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4737" y="965994"/>
            <a:ext cx="3122540" cy="3122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399768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1148</TotalTime>
  <Words>10</Words>
  <Application>Microsoft Office PowerPoint</Application>
  <PresentationFormat>Экран (16:9)</PresentationFormat>
  <Paragraphs>3</Paragraphs>
  <Slides>1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2" baseType="lpstr">
      <vt:lpstr>Тема Office</vt:lpstr>
      <vt:lpstr>Микросервисная архитектура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Микросервисная архитектура</dc:title>
  <dc:creator>1</dc:creator>
  <cp:lastModifiedBy>1</cp:lastModifiedBy>
  <cp:revision>8</cp:revision>
  <dcterms:created xsi:type="dcterms:W3CDTF">2026-09-03T08:44:06Z</dcterms:created>
  <dcterms:modified xsi:type="dcterms:W3CDTF">2026-09-11T03:46:56Z</dcterms:modified>
</cp:coreProperties>
</file>