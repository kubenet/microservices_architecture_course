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3774" y="-19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E325A-A8B9-4665-96AC-7561410DD84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CD4C-939D-4C41-B850-59CBF2E8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69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ubenet/Microservices_Architecture_Course/tree/main/practice/p2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0708" y="965994"/>
            <a:ext cx="6046440" cy="1102519"/>
          </a:xfrm>
        </p:spPr>
        <p:txBody>
          <a:bodyPr>
            <a:noAutofit/>
          </a:bodyPr>
          <a:lstStyle/>
          <a:p>
            <a:pPr algn="l"/>
            <a:r>
              <a:rPr lang="ru-RU" sz="4000" dirty="0" err="1" smtClean="0">
                <a:latin typeface="Verdana" pitchFamily="34" charset="0"/>
                <a:ea typeface="Verdana" pitchFamily="34" charset="0"/>
              </a:rPr>
              <a:t>Микросервисная</a:t>
            </a:r>
            <a:r>
              <a:rPr lang="ru-RU" sz="4000" dirty="0" smtClean="0">
                <a:latin typeface="Verdana" pitchFamily="34" charset="0"/>
                <a:ea typeface="Verdana" pitchFamily="34" charset="0"/>
              </a:rPr>
              <a:t> архитектура</a:t>
            </a:r>
            <a:endParaRPr lang="ru-RU" sz="4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4587974"/>
            <a:ext cx="6149280" cy="555526"/>
          </a:xfrm>
        </p:spPr>
        <p:txBody>
          <a:bodyPr>
            <a:normAutofit/>
          </a:bodyPr>
          <a:lstStyle/>
          <a:p>
            <a:pPr algn="r"/>
            <a:r>
              <a:rPr lang="ru-RU" sz="1600" dirty="0" smtClean="0">
                <a:latin typeface="Verdana" pitchFamily="34" charset="0"/>
                <a:ea typeface="Verdana" pitchFamily="34" charset="0"/>
              </a:rPr>
              <a:t>к.т.н. Осинцев А.В.</a:t>
            </a:r>
            <a:endParaRPr lang="ru-RU" sz="16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2249501"/>
            <a:ext cx="3196952" cy="55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hlinkClick r:id="rId2"/>
              </a:rPr>
              <a:t>Практика </a:t>
            </a:r>
            <a:r>
              <a:rPr lang="ru-RU" sz="1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hlinkClick r:id="rId2"/>
              </a:rPr>
              <a:t>№</a:t>
            </a:r>
            <a:r>
              <a:rPr lang="en-US" sz="1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hlinkClick r:id="rId2"/>
              </a:rPr>
              <a:t>2</a:t>
            </a:r>
            <a:endParaRPr lang="ru-RU" sz="18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251521" y="3147814"/>
            <a:ext cx="5573216" cy="555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80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Работа с б</a:t>
            </a:r>
            <a:r>
              <a:rPr lang="ru-RU" sz="280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рокером </a:t>
            </a:r>
            <a:r>
              <a:rPr lang="en-US" sz="2800" dirty="0" err="1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RabbitMQ</a:t>
            </a:r>
            <a:endParaRPr lang="ru-RU" sz="280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36" y="915566"/>
            <a:ext cx="301942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99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14</Words>
  <Application>Microsoft Office PowerPoint</Application>
  <PresentationFormat>Экран (16:9)</PresentationFormat>
  <Paragraphs>4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Микросервисная архитектура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Микросервисная архитектура</dc:title>
  <dc:creator>1</dc:creator>
  <cp:lastModifiedBy>1</cp:lastModifiedBy>
  <cp:revision>9</cp:revision>
  <dcterms:created xsi:type="dcterms:W3CDTF">2026-09-03T08:44:06Z</dcterms:created>
  <dcterms:modified xsi:type="dcterms:W3CDTF">2026-09-18T03:48:20Z</dcterms:modified>
</cp:coreProperties>
</file>